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>
        <p:scale>
          <a:sx n="75" d="100"/>
          <a:sy n="75" d="100"/>
        </p:scale>
        <p:origin x="-1236" y="-7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7/29/2026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7/29/2026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7/29/2026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7/29/2026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Looping Statements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Looping statements execute a block of code repeatedly until a condition becomes false.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For Loop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pPr>
              <a:defRPr sz="1800"/>
            </a:pPr>
            <a:r>
              <a:t>Syntax:</a:t>
            </a:r>
            <a:br/>
            <a:r>
              <a:t>for(initialization; condition; increment/decrement){</a:t>
            </a:r>
            <a:br/>
            <a:r>
              <a:t>   //code</a:t>
            </a:r>
            <a:br/>
            <a:r>
              <a:t>}</a:t>
            </a:r>
            <a:br/>
            <a:r>
              <a:t/>
            </a:r>
            <a:br/>
            <a:r>
              <a:t>Sample Program:</a:t>
            </a:r>
            <a:br/>
            <a:r>
              <a:t>for(int i=2;i&lt;=20;i+=2){</a:t>
            </a:r>
            <a:br/>
            <a:r>
              <a:t> System.out.println(i);</a:t>
            </a:r>
            <a:br/>
            <a:r>
              <a:t>}</a:t>
            </a:r>
            <a:br/>
            <a:r>
              <a:t/>
            </a:r>
            <a:br/>
            <a:r>
              <a:t>Output:</a:t>
            </a:r>
            <a:br/>
            <a:r>
              <a:t>2</a:t>
            </a:r>
            <a:br/>
            <a:r>
              <a:t>4</a:t>
            </a:r>
            <a:br/>
            <a:r>
              <a:t>6</a:t>
            </a:r>
            <a:br/>
            <a:r>
              <a:t>8</a:t>
            </a:r>
            <a:br/>
            <a:r>
              <a:t>10</a:t>
            </a:r>
            <a:br/>
            <a:r>
              <a:t>12</a:t>
            </a:r>
            <a:br/>
            <a:r>
              <a:t>14</a:t>
            </a:r>
            <a:br/>
            <a:r>
              <a:t>16</a:t>
            </a:r>
            <a:br/>
            <a:r>
              <a:t>18</a:t>
            </a:r>
            <a:br/>
            <a:r>
              <a:t>20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While Loop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800"/>
            </a:pPr>
            <a:r>
              <a:t>Syntax:</a:t>
            </a:r>
            <a:br/>
            <a:r>
              <a:t>while(condition){</a:t>
            </a:r>
            <a:br/>
            <a:r>
              <a:t>   //code</a:t>
            </a:r>
            <a:br/>
            <a:r>
              <a:t>}</a:t>
            </a:r>
            <a:br/>
            <a:r>
              <a:t/>
            </a:r>
            <a:br/>
            <a:r>
              <a:t>Sample Program:</a:t>
            </a:r>
            <a:br/>
            <a:r>
              <a:t>int i=1;</a:t>
            </a:r>
            <a:br/>
            <a:r>
              <a:t>while(i&lt;=10){</a:t>
            </a:r>
            <a:br/>
            <a:r>
              <a:t> System.out.println("7 x "+i+" = "+(7*i));</a:t>
            </a:r>
            <a:br/>
            <a:r>
              <a:t> i++;</a:t>
            </a:r>
            <a:br/>
            <a:r>
              <a:t>}</a:t>
            </a:r>
            <a:br/>
            <a:r>
              <a:t/>
            </a:r>
            <a:br/>
            <a:r>
              <a:t>Output:</a:t>
            </a:r>
            <a:br/>
            <a:r>
              <a:t>7 x 1 = 7</a:t>
            </a:r>
            <a:br/>
            <a:r>
              <a:t>...</a:t>
            </a:r>
            <a:br/>
            <a:r>
              <a:t>7 x 10 = 70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Do-While Loop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pPr>
              <a:defRPr sz="1800"/>
            </a:pPr>
            <a:r>
              <a:t>Syntax:</a:t>
            </a:r>
            <a:br/>
            <a:r>
              <a:t>do{</a:t>
            </a:r>
            <a:br/>
            <a:r>
              <a:t>   //code</a:t>
            </a:r>
            <a:br/>
            <a:r>
              <a:t>}while(condition);</a:t>
            </a:r>
            <a:br/>
            <a:r>
              <a:t/>
            </a:r>
            <a:br/>
            <a:r>
              <a:t>Sample Program:</a:t>
            </a:r>
            <a:br/>
            <a:r>
              <a:t>int i=1;</a:t>
            </a:r>
            <a:br/>
            <a:r>
              <a:t>do{</a:t>
            </a:r>
            <a:br/>
            <a:r>
              <a:t> System.out.println(i);</a:t>
            </a:r>
            <a:br/>
            <a:r>
              <a:t> i++;</a:t>
            </a:r>
            <a:br/>
            <a:r>
              <a:t>}while(i&lt;=5);</a:t>
            </a:r>
            <a:br/>
            <a:r>
              <a:t/>
            </a:r>
            <a:br/>
            <a:r>
              <a:t>Output:</a:t>
            </a:r>
            <a:br/>
            <a:r>
              <a:t>1</a:t>
            </a:r>
            <a:br/>
            <a:r>
              <a:t>2</a:t>
            </a:r>
            <a:br/>
            <a:r>
              <a:t>3</a:t>
            </a:r>
            <a:br/>
            <a:r>
              <a:t>4</a:t>
            </a:r>
            <a:br/>
            <a:r>
              <a:t>5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Comparison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800"/>
            </a:pPr>
            <a:r>
              <a:rPr dirty="0"/>
              <a:t>For Loop: </a:t>
            </a:r>
            <a:endParaRPr lang="en-GB" dirty="0" smtClean="0"/>
          </a:p>
          <a:p>
            <a:pPr marL="0" indent="0">
              <a:buNone/>
              <a:defRPr sz="1800"/>
            </a:pPr>
            <a:r>
              <a:rPr lang="en-GB" dirty="0" smtClean="0"/>
              <a:t>Number </a:t>
            </a:r>
            <a:r>
              <a:rPr lang="en-GB" dirty="0"/>
              <a:t>of iterations can be determined</a:t>
            </a:r>
          </a:p>
          <a:p>
            <a:pPr>
              <a:defRPr sz="1800"/>
            </a:pPr>
            <a:r>
              <a:rPr dirty="0" smtClean="0"/>
              <a:t>While </a:t>
            </a:r>
            <a:r>
              <a:rPr dirty="0"/>
              <a:t>Loop: </a:t>
            </a:r>
            <a:endParaRPr lang="en-GB" dirty="0" smtClean="0"/>
          </a:p>
          <a:p>
            <a:pPr marL="0" indent="0">
              <a:buNone/>
              <a:defRPr sz="1800"/>
            </a:pPr>
            <a:r>
              <a:rPr lang="en-GB" dirty="0" smtClean="0"/>
              <a:t>Executes </a:t>
            </a:r>
            <a:r>
              <a:rPr lang="en-GB" dirty="0"/>
              <a:t>block of code till it satisfies condition</a:t>
            </a:r>
          </a:p>
          <a:p>
            <a:pPr>
              <a:defRPr sz="1800"/>
            </a:pPr>
            <a:r>
              <a:rPr dirty="0" smtClean="0"/>
              <a:t>Do-While </a:t>
            </a:r>
            <a:r>
              <a:rPr dirty="0"/>
              <a:t>Loop: </a:t>
            </a:r>
            <a:endParaRPr lang="en-GB" dirty="0" smtClean="0"/>
          </a:p>
          <a:p>
            <a:pPr marL="0" indent="0">
              <a:buNone/>
              <a:defRPr sz="1800"/>
            </a:pPr>
            <a:r>
              <a:rPr lang="en-GB" dirty="0"/>
              <a:t>E</a:t>
            </a:r>
            <a:r>
              <a:rPr lang="en-GB" dirty="0" smtClean="0"/>
              <a:t>xecutes </a:t>
            </a:r>
            <a:r>
              <a:rPr lang="en-GB" dirty="0"/>
              <a:t>block of code </a:t>
            </a:r>
            <a:r>
              <a:rPr lang="en-GB" dirty="0" err="1"/>
              <a:t>atleast</a:t>
            </a:r>
            <a:r>
              <a:rPr lang="en-GB" dirty="0"/>
              <a:t> once till it satisfies condition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Summary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800"/>
            </a:pPr>
            <a:r>
              <a:t>• for loop</a:t>
            </a:r>
            <a:br/>
            <a:r>
              <a:t>• while loop</a:t>
            </a:r>
            <a:br/>
            <a:r>
              <a:t>• do-while loop</a:t>
            </a:r>
            <a:br/>
            <a:r>
              <a:t/>
            </a:r>
            <a:br/>
            <a:r>
              <a:t>Choose the appropriate loop based on the problem.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70</TotalTime>
  <Words>66</Words>
  <Application>Microsoft Office PowerPoint</Application>
  <PresentationFormat>On-screen Show (4:3)</PresentationFormat>
  <Paragraphs>17</Paragraphs>
  <Slides>6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7" baseType="lpstr">
      <vt:lpstr>Office Theme</vt:lpstr>
      <vt:lpstr>Looping Statements</vt:lpstr>
      <vt:lpstr>For Loop</vt:lpstr>
      <vt:lpstr>While Loop</vt:lpstr>
      <vt:lpstr>Do-While Loop</vt:lpstr>
      <vt:lpstr>Comparison</vt:lpstr>
      <vt:lpstr>Summary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Looping Statements</dc:title>
  <dc:subject/>
  <dc:creator/>
  <cp:keywords/>
  <dc:description>generated using python-pptx</dc:description>
  <cp:lastModifiedBy>Admin</cp:lastModifiedBy>
  <cp:revision>2</cp:revision>
  <dcterms:created xsi:type="dcterms:W3CDTF">2013-01-27T09:14:16Z</dcterms:created>
  <dcterms:modified xsi:type="dcterms:W3CDTF">2026-07-29T06:50:18Z</dcterms:modified>
  <cp:category/>
</cp:coreProperties>
</file>