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Looping Statements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Looping statements execute a block of code repeatedly until a condition becomes false.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Syntax:</a:t>
            </a:r>
            <a:br/>
            <a:r>
              <a:t>for(initialization; condition; increment/decrement){</a:t>
            </a:r>
            <a:br/>
            <a:r>
              <a:t>   //code</a:t>
            </a:r>
            <a:br/>
            <a:r>
              <a:t>}</a:t>
            </a:r>
            <a:br/>
            <a:br/>
            <a:r>
              <a:t>Sample Program:</a:t>
            </a:r>
            <a:br/>
            <a:r>
              <a:t>for(int i=2;i&lt;=20;i+=2){</a:t>
            </a:r>
            <a:br/>
            <a:r>
              <a:t> System.out.println(i);</a:t>
            </a:r>
            <a:br/>
            <a:r>
              <a:t>}</a:t>
            </a:r>
            <a:br/>
            <a:br/>
            <a:r>
              <a:t>Output:</a:t>
            </a:r>
            <a:br/>
            <a:r>
              <a:t>2</a:t>
            </a:r>
            <a:br/>
            <a:r>
              <a:t>4</a:t>
            </a:r>
            <a:br/>
            <a:r>
              <a:t>6</a:t>
            </a:r>
            <a:br/>
            <a:r>
              <a:t>8</a:t>
            </a:r>
            <a:br/>
            <a:r>
              <a:t>10</a:t>
            </a:r>
            <a:br/>
            <a:r>
              <a:t>12</a:t>
            </a:r>
            <a:br/>
            <a:r>
              <a:t>14</a:t>
            </a:r>
            <a:br/>
            <a:r>
              <a:t>16</a:t>
            </a:r>
            <a:br/>
            <a:r>
              <a:t>18</a:t>
            </a:r>
            <a:br/>
            <a:r>
              <a:t>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Syntax:</a:t>
            </a:r>
            <a:br/>
            <a:r>
              <a:t>while(condition){</a:t>
            </a:r>
            <a:br/>
            <a:r>
              <a:t>   //code</a:t>
            </a:r>
            <a:br/>
            <a:r>
              <a:t>}</a:t>
            </a:r>
            <a:br/>
            <a:br/>
            <a:r>
              <a:t>Sample Program:</a:t>
            </a:r>
            <a:br/>
            <a:r>
              <a:t>int i=1;</a:t>
            </a:r>
            <a:br/>
            <a:r>
              <a:t>while(i&lt;=10){</a:t>
            </a:r>
            <a:br/>
            <a:r>
              <a:t> System.out.println("7 x "+i+" = "+(7*i));</a:t>
            </a:r>
            <a:br/>
            <a:r>
              <a:t> i++;</a:t>
            </a:r>
            <a:br/>
            <a:r>
              <a:t>}</a:t>
            </a:r>
            <a:br/>
            <a:br/>
            <a:r>
              <a:t>Output:</a:t>
            </a:r>
            <a:br/>
            <a:r>
              <a:t>7 x 1 = 7</a:t>
            </a:r>
            <a:br/>
            <a:r>
              <a:t>...</a:t>
            </a:r>
            <a:br/>
            <a:r>
              <a:t>7 x 10 =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Do-While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Syntax:</a:t>
            </a:r>
            <a:br/>
            <a:r>
              <a:t>do{</a:t>
            </a:r>
            <a:br/>
            <a:r>
              <a:t>   //code</a:t>
            </a:r>
            <a:br/>
            <a:r>
              <a:t>}while(condition);</a:t>
            </a:r>
            <a:br/>
            <a:br/>
            <a:r>
              <a:t>Sample Program:</a:t>
            </a:r>
            <a:br/>
            <a:r>
              <a:t>int i=1;</a:t>
            </a:r>
            <a:br/>
            <a:r>
              <a:t>do{</a:t>
            </a:r>
            <a:br/>
            <a:r>
              <a:t> System.out.println(i);</a:t>
            </a:r>
            <a:br/>
            <a:r>
              <a:t> i++;</a:t>
            </a:r>
            <a:br/>
            <a:r>
              <a:t>}while(i&lt;=5);</a:t>
            </a:r>
            <a:br/>
            <a:br/>
            <a:r>
              <a:t>Output:</a:t>
            </a:r>
            <a:br/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For Loop: Known iterations</a:t>
            </a:r>
            <a:br/>
            <a:r>
              <a:t>While Loop: Condition checked first</a:t>
            </a:r>
            <a:br/>
            <a:r>
              <a:t>Do-While Loop: Executes at least once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for loop</a:t>
            </a:r>
            <a:br/>
            <a:r>
              <a:t>• while loop</a:t>
            </a:r>
            <a:br/>
            <a:r>
              <a:t>• do-while loop</a:t>
            </a:r>
            <a:br/>
            <a:br/>
            <a:r>
              <a:t>Choose the appropriate loop based on the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