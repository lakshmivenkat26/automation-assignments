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-1656" y="-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dirty="0"/>
              <a:t>Exception Handling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1800" dirty="0">
                <a:solidFill>
                  <a:schemeClr val="tx1"/>
                </a:solidFill>
              </a:rPr>
              <a:t>Definition</a:t>
            </a:r>
          </a:p>
          <a:p>
            <a:r>
              <a:rPr sz="1800" dirty="0">
                <a:solidFill>
                  <a:schemeClr val="tx1"/>
                </a:solidFill>
              </a:rPr>
              <a:t>Why Exception Handling?</a:t>
            </a:r>
          </a:p>
          <a:p>
            <a:r>
              <a:rPr sz="1800" dirty="0">
                <a:solidFill>
                  <a:schemeClr val="tx1"/>
                </a:solidFill>
              </a:rPr>
              <a:t>Types</a:t>
            </a:r>
          </a:p>
          <a:p>
            <a:r>
              <a:rPr sz="1800" dirty="0">
                <a:solidFill>
                  <a:schemeClr val="tx1"/>
                </a:solidFill>
              </a:rPr>
              <a:t>Keywords</a:t>
            </a:r>
          </a:p>
          <a:p>
            <a:r>
              <a:rPr sz="1800" dirty="0">
                <a:solidFill>
                  <a:schemeClr val="tx1"/>
                </a:solidFill>
              </a:rPr>
              <a:t>Examples</a:t>
            </a:r>
          </a:p>
          <a:p>
            <a:r>
              <a:rPr sz="1800" dirty="0">
                <a:solidFill>
                  <a:schemeClr val="tx1"/>
                </a:solidFill>
              </a:rPr>
              <a:t>Comparisons</a:t>
            </a:r>
          </a:p>
          <a:p>
            <a:r>
              <a:rPr sz="1800" dirty="0">
                <a:solidFill>
                  <a:schemeClr val="tx1"/>
                </a:solidFill>
              </a:rPr>
              <a:t>Uses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Exception Handling is a mechanism in Java to handle runtime errors and continue normal program execution.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try {</a:t>
            </a:r>
            <a:br>
              <a:rPr dirty="0"/>
            </a:br>
            <a:r>
              <a:rPr dirty="0"/>
              <a:t> // risky code</a:t>
            </a:r>
            <a:br>
              <a:rPr dirty="0"/>
            </a:br>
            <a:r>
              <a:rPr dirty="0"/>
              <a:t>} catch(Exception e){</a:t>
            </a:r>
            <a:br>
              <a:rPr dirty="0"/>
            </a:br>
            <a:r>
              <a:rPr dirty="0"/>
              <a:t> // handle</a:t>
            </a:r>
            <a:br>
              <a:rPr dirty="0"/>
            </a:br>
            <a:r>
              <a:rPr dirty="0"/>
              <a:t>} finally{</a:t>
            </a:r>
            <a:br>
              <a:rPr dirty="0"/>
            </a:br>
            <a:r>
              <a:rPr dirty="0"/>
              <a:t> // cleanup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Prevents crashes</a:t>
            </a:r>
            <a:br>
              <a:rPr dirty="0"/>
            </a:br>
            <a:r>
              <a:rPr dirty="0"/>
              <a:t>• Improves reliability</a:t>
            </a:r>
            <a:br>
              <a:rPr dirty="0"/>
            </a:br>
            <a:r>
              <a:rPr dirty="0"/>
              <a:t>• Better user experience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Checked Exceptions</a:t>
            </a:r>
            <a:br>
              <a:rPr dirty="0"/>
            </a:br>
            <a:r>
              <a:rPr dirty="0"/>
              <a:t>- </a:t>
            </a:r>
            <a:r>
              <a:rPr dirty="0" err="1"/>
              <a:t>IOException</a:t>
            </a:r>
            <a:r>
              <a:rPr dirty="0"/>
              <a:t/>
            </a:r>
            <a:br>
              <a:rPr dirty="0"/>
            </a:br>
            <a:r>
              <a:rPr dirty="0"/>
              <a:t>- </a:t>
            </a:r>
            <a:r>
              <a:rPr dirty="0" err="1"/>
              <a:t>SQLException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Unchecked Exceptions</a:t>
            </a:r>
            <a:br>
              <a:rPr dirty="0"/>
            </a:br>
            <a:r>
              <a:rPr dirty="0"/>
              <a:t>- </a:t>
            </a:r>
            <a:r>
              <a:rPr dirty="0" err="1"/>
              <a:t>ArithmeticException</a:t>
            </a:r>
            <a:r>
              <a:rPr dirty="0"/>
              <a:t/>
            </a:r>
            <a:br>
              <a:rPr dirty="0"/>
            </a:br>
            <a:r>
              <a:rPr dirty="0"/>
              <a:t>- </a:t>
            </a:r>
            <a:r>
              <a:rPr dirty="0" err="1"/>
              <a:t>NullPointerException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IN" dirty="0" smtClean="0"/>
              <a:t>T</a:t>
            </a:r>
            <a:r>
              <a:rPr dirty="0" err="1" smtClean="0"/>
              <a:t>ry</a:t>
            </a:r>
            <a:endParaRPr lang="en-IN" dirty="0" smtClean="0"/>
          </a:p>
          <a:p>
            <a:pPr>
              <a:defRPr sz="2200"/>
            </a:pPr>
            <a:r>
              <a:rPr lang="en-IN" dirty="0" smtClean="0"/>
              <a:t>C</a:t>
            </a:r>
            <a:r>
              <a:rPr dirty="0" err="1" smtClean="0"/>
              <a:t>atch</a:t>
            </a:r>
            <a:endParaRPr lang="en-IN" dirty="0" smtClean="0"/>
          </a:p>
          <a:p>
            <a:pPr>
              <a:defRPr sz="2200"/>
            </a:pPr>
            <a:r>
              <a:rPr lang="en-IN" dirty="0" smtClean="0"/>
              <a:t>F</a:t>
            </a:r>
            <a:r>
              <a:rPr dirty="0" err="1" smtClean="0"/>
              <a:t>inally</a:t>
            </a:r>
            <a:endParaRPr lang="en-IN" dirty="0" smtClean="0"/>
          </a:p>
          <a:p>
            <a:pPr>
              <a:defRPr sz="2200"/>
            </a:pPr>
            <a:r>
              <a:rPr lang="en-IN" dirty="0" smtClean="0"/>
              <a:t>T</a:t>
            </a:r>
            <a:r>
              <a:rPr dirty="0" err="1" smtClean="0"/>
              <a:t>hrow</a:t>
            </a:r>
            <a:endParaRPr lang="en-IN" dirty="0"/>
          </a:p>
          <a:p>
            <a:pPr>
              <a:defRPr sz="2200"/>
            </a:pPr>
            <a:r>
              <a:rPr dirty="0" smtClean="0"/>
              <a:t>throws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try{</a:t>
            </a:r>
            <a:br>
              <a:rPr dirty="0"/>
            </a:br>
            <a:r>
              <a:rPr dirty="0"/>
              <a:t> </a:t>
            </a:r>
            <a:r>
              <a:rPr dirty="0" err="1"/>
              <a:t>int</a:t>
            </a:r>
            <a:r>
              <a:rPr dirty="0"/>
              <a:t> a=10/0;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r>
              <a:rPr dirty="0"/>
              <a:t>catch(</a:t>
            </a:r>
            <a:r>
              <a:rPr dirty="0" err="1"/>
              <a:t>ArithmeticException</a:t>
            </a:r>
            <a:r>
              <a:rPr dirty="0"/>
              <a:t> e){</a:t>
            </a:r>
            <a:br>
              <a:rPr dirty="0"/>
            </a:br>
            <a:r>
              <a:rPr dirty="0"/>
              <a:t> </a:t>
            </a:r>
            <a:r>
              <a:rPr dirty="0" err="1"/>
              <a:t>System.out.println</a:t>
            </a:r>
            <a:r>
              <a:rPr dirty="0"/>
              <a:t>("Cannot divide by zero");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Without EH: Program terminates</a:t>
            </a:r>
            <a:r>
              <a:rPr dirty="0" smtClean="0"/>
              <a:t>.</a:t>
            </a:r>
            <a:endParaRPr lang="en-IN" dirty="0" smtClean="0"/>
          </a:p>
          <a:p>
            <a:pPr>
              <a:defRPr sz="2200"/>
            </a:pPr>
            <a:r>
              <a:rPr dirty="0" smtClean="0"/>
              <a:t>With </a:t>
            </a:r>
            <a:r>
              <a:rPr dirty="0"/>
              <a:t>EH: Error handled and program continues.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Checked </a:t>
            </a:r>
            <a:r>
              <a:rPr dirty="0" err="1"/>
              <a:t>vs</a:t>
            </a:r>
            <a:r>
              <a:rPr dirty="0"/>
              <a:t> </a:t>
            </a:r>
            <a:r>
              <a:rPr dirty="0" smtClean="0"/>
              <a:t>Unchecked</a:t>
            </a:r>
            <a:endParaRPr lang="en-IN" dirty="0" smtClean="0"/>
          </a:p>
          <a:p>
            <a:pPr>
              <a:defRPr sz="2200"/>
            </a:pPr>
            <a:r>
              <a:rPr dirty="0" smtClean="0"/>
              <a:t>Compile-time </a:t>
            </a:r>
            <a:r>
              <a:rPr dirty="0" err="1"/>
              <a:t>vs</a:t>
            </a:r>
            <a:r>
              <a:rPr dirty="0"/>
              <a:t> </a:t>
            </a:r>
            <a:r>
              <a:rPr dirty="0" smtClean="0"/>
              <a:t>Runtime</a:t>
            </a:r>
            <a:endParaRPr lang="en-IN" dirty="0" smtClean="0"/>
          </a:p>
          <a:p>
            <a:pPr>
              <a:defRPr sz="2200"/>
            </a:pPr>
            <a:r>
              <a:rPr dirty="0" smtClean="0"/>
              <a:t>Must </a:t>
            </a:r>
            <a:r>
              <a:rPr dirty="0"/>
              <a:t>handle </a:t>
            </a:r>
            <a:r>
              <a:rPr dirty="0" err="1"/>
              <a:t>vs</a:t>
            </a:r>
            <a:r>
              <a:rPr dirty="0"/>
              <a:t> Optional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vs 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Error: Serious, usually unrecoverable</a:t>
            </a:r>
            <a:r>
              <a:rPr dirty="0" smtClean="0"/>
              <a:t>.</a:t>
            </a:r>
            <a:endParaRPr lang="en-IN" dirty="0" smtClean="0"/>
          </a:p>
          <a:p>
            <a:pPr>
              <a:defRPr sz="2200"/>
            </a:pPr>
            <a:r>
              <a:rPr dirty="0" smtClean="0"/>
              <a:t>Exception</a:t>
            </a:r>
            <a:r>
              <a:rPr dirty="0"/>
              <a:t>: Recoverable and can be handled.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  <a:defRPr sz="2200"/>
            </a:pPr>
            <a:r>
              <a:rPr dirty="0"/>
              <a:t>File </a:t>
            </a:r>
            <a:r>
              <a:rPr dirty="0" smtClean="0"/>
              <a:t>handling</a:t>
            </a:r>
            <a:endParaRPr lang="en-IN" dirty="0" smtClean="0"/>
          </a:p>
          <a:p>
            <a:pPr marL="457200" indent="-457200">
              <a:buFont typeface="+mj-lt"/>
              <a:buAutoNum type="arabicPeriod"/>
              <a:defRPr sz="2200"/>
            </a:pPr>
            <a:r>
              <a:rPr dirty="0" smtClean="0"/>
              <a:t>Database</a:t>
            </a:r>
            <a:endParaRPr lang="en-IN" dirty="0" smtClean="0"/>
          </a:p>
          <a:p>
            <a:pPr marL="457200" indent="-457200">
              <a:buFont typeface="+mj-lt"/>
              <a:buAutoNum type="arabicPeriod"/>
              <a:defRPr sz="2200"/>
            </a:pPr>
            <a:r>
              <a:rPr dirty="0" smtClean="0"/>
              <a:t>Network</a:t>
            </a:r>
            <a:endParaRPr lang="en-IN" dirty="0" smtClean="0"/>
          </a:p>
          <a:p>
            <a:pPr marL="457200" indent="-457200">
              <a:buFont typeface="+mj-lt"/>
              <a:buAutoNum type="arabicPeriod"/>
              <a:defRPr sz="2200"/>
            </a:pPr>
            <a:r>
              <a:rPr dirty="0" smtClean="0"/>
              <a:t>Banking apps</a:t>
            </a:r>
            <a:endParaRPr lang="en-IN" dirty="0" smtClean="0"/>
          </a:p>
          <a:p>
            <a:pPr marL="457200" indent="-457200">
              <a:buFont typeface="+mj-lt"/>
              <a:buAutoNum type="arabicPeriod"/>
              <a:defRPr sz="2200"/>
            </a:pPr>
            <a:r>
              <a:rPr dirty="0" smtClean="0"/>
              <a:t>API </a:t>
            </a:r>
            <a:r>
              <a:rPr dirty="0"/>
              <a:t>calls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Catch specific exceptions</a:t>
            </a:r>
            <a:r>
              <a:rPr dirty="0" smtClean="0"/>
              <a:t>.</a:t>
            </a:r>
            <a:endParaRPr lang="en-IN" dirty="0" smtClean="0"/>
          </a:p>
          <a:p>
            <a:pPr>
              <a:defRPr sz="2200"/>
            </a:pPr>
            <a:r>
              <a:rPr dirty="0" smtClean="0"/>
              <a:t>Use </a:t>
            </a:r>
            <a:r>
              <a:rPr dirty="0"/>
              <a:t>finally for cleanup</a:t>
            </a:r>
            <a:r>
              <a:rPr dirty="0" smtClean="0"/>
              <a:t>.</a:t>
            </a:r>
            <a:endParaRPr lang="en-IN" dirty="0" smtClean="0"/>
          </a:p>
          <a:p>
            <a:pPr>
              <a:defRPr sz="2200"/>
            </a:pPr>
            <a:r>
              <a:rPr dirty="0" smtClean="0"/>
              <a:t>Avoid </a:t>
            </a:r>
            <a:r>
              <a:rPr dirty="0"/>
              <a:t>empty catch blocks.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Exception Handling improves robustness, reliability, and maintainability.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Interview </a:t>
            </a:r>
            <a:r>
              <a:rPr lang="en-IN" b="1" dirty="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000" dirty="0"/>
              <a:t>What is Exception Handling? </a:t>
            </a:r>
            <a:endParaRPr lang="en-GB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2000" dirty="0" smtClean="0"/>
              <a:t>Difference </a:t>
            </a:r>
            <a:r>
              <a:rPr lang="en-GB" sz="2000" dirty="0"/>
              <a:t>between Error and Exception? </a:t>
            </a:r>
            <a:endParaRPr lang="en-GB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2000" dirty="0" smtClean="0"/>
              <a:t>Difference </a:t>
            </a:r>
            <a:r>
              <a:rPr lang="en-GB" sz="2000" dirty="0"/>
              <a:t>between throw and throws? </a:t>
            </a:r>
            <a:endParaRPr lang="en-GB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2000" dirty="0" smtClean="0"/>
              <a:t>Difference </a:t>
            </a:r>
            <a:r>
              <a:rPr lang="en-GB" sz="2000" dirty="0"/>
              <a:t>between Checked and Unchecked Exceptions? </a:t>
            </a:r>
            <a:endParaRPr lang="en-GB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2000" dirty="0" smtClean="0"/>
              <a:t>Why </a:t>
            </a:r>
            <a:r>
              <a:rPr lang="en-GB" sz="2000" dirty="0"/>
              <a:t>is finally used? </a:t>
            </a:r>
            <a:endParaRPr lang="en-GB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2000" dirty="0" smtClean="0"/>
              <a:t>Can </a:t>
            </a:r>
            <a:r>
              <a:rPr lang="en-GB" sz="2000" dirty="0"/>
              <a:t>we have multiple catch blocks? </a:t>
            </a:r>
            <a:endParaRPr lang="en-GB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2000" dirty="0" smtClean="0"/>
              <a:t>What </a:t>
            </a:r>
            <a:r>
              <a:rPr lang="en-GB" sz="2000" dirty="0"/>
              <a:t>happens if no exception occurs?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0975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Answers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b="1" dirty="0"/>
              <a:t>Exception Handling:</a:t>
            </a:r>
            <a:r>
              <a:rPr lang="en-GB" sz="2000" dirty="0"/>
              <a:t> Handles runtime errors and prevents program crashes. </a:t>
            </a:r>
          </a:p>
          <a:p>
            <a:r>
              <a:rPr lang="en-GB" sz="2000" b="1" dirty="0"/>
              <a:t>Error </a:t>
            </a:r>
            <a:r>
              <a:rPr lang="en-GB" sz="2000" b="1" dirty="0" err="1"/>
              <a:t>vs</a:t>
            </a:r>
            <a:r>
              <a:rPr lang="en-GB" sz="2000" b="1" dirty="0"/>
              <a:t> Exception:</a:t>
            </a:r>
            <a:r>
              <a:rPr lang="en-GB" sz="2000" dirty="0"/>
              <a:t> Errors are generally unrecoverable; exceptions can usually be handled. </a:t>
            </a:r>
          </a:p>
          <a:p>
            <a:r>
              <a:rPr lang="en-GB" sz="2000" b="1" dirty="0"/>
              <a:t>throw </a:t>
            </a:r>
            <a:r>
              <a:rPr lang="en-GB" sz="2000" b="1" dirty="0" err="1"/>
              <a:t>vs</a:t>
            </a:r>
            <a:r>
              <a:rPr lang="en-GB" sz="2000" b="1" dirty="0"/>
              <a:t> throws:</a:t>
            </a:r>
            <a:r>
              <a:rPr lang="en-GB" sz="2000" dirty="0"/>
              <a:t> throw throws an exception; throws declares exceptions. </a:t>
            </a:r>
          </a:p>
          <a:p>
            <a:r>
              <a:rPr lang="en-GB" sz="2000" b="1" dirty="0"/>
              <a:t>Checked </a:t>
            </a:r>
            <a:r>
              <a:rPr lang="en-GB" sz="2000" b="1" dirty="0" err="1"/>
              <a:t>vs</a:t>
            </a:r>
            <a:r>
              <a:rPr lang="en-GB" sz="2000" b="1" dirty="0"/>
              <a:t> Unchecked:</a:t>
            </a:r>
            <a:r>
              <a:rPr lang="en-GB" sz="2000" dirty="0"/>
              <a:t> Checked exceptions are compile-time; unchecked exceptions are runtime. </a:t>
            </a:r>
          </a:p>
          <a:p>
            <a:r>
              <a:rPr lang="en-GB" sz="2000" b="1" dirty="0"/>
              <a:t>finally:</a:t>
            </a:r>
            <a:r>
              <a:rPr lang="en-GB" sz="2000" dirty="0"/>
              <a:t> Used for </a:t>
            </a:r>
            <a:r>
              <a:rPr lang="en-GB" sz="2000" dirty="0" err="1"/>
              <a:t>cleanup</a:t>
            </a:r>
            <a:r>
              <a:rPr lang="en-GB" sz="2000" dirty="0"/>
              <a:t> and executes almost always. </a:t>
            </a:r>
          </a:p>
          <a:p>
            <a:r>
              <a:rPr lang="en-GB" sz="2000" b="1" dirty="0"/>
              <a:t>Multiple catch:</a:t>
            </a:r>
            <a:r>
              <a:rPr lang="en-GB" sz="2000" dirty="0"/>
              <a:t> Yes, multiple catch blocks are allowed, ordered from specific to general. </a:t>
            </a:r>
          </a:p>
          <a:p>
            <a:r>
              <a:rPr lang="en-GB" sz="2000" b="1" dirty="0"/>
              <a:t>No Exception:</a:t>
            </a:r>
            <a:r>
              <a:rPr lang="en-GB" sz="2000" dirty="0"/>
              <a:t> catch blocks are skipped, finally executes (if present), and the program continues normally. 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1340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284</Words>
  <Application>Microsoft Office PowerPoint</Application>
  <PresentationFormat>On-screen Show (4:3)</PresentationFormat>
  <Paragraphs>62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Exception Handling in Java</vt:lpstr>
      <vt:lpstr>Definition</vt:lpstr>
      <vt:lpstr>Syntax</vt:lpstr>
      <vt:lpstr>Why Exception Handling</vt:lpstr>
      <vt:lpstr>Types</vt:lpstr>
      <vt:lpstr>Keywords</vt:lpstr>
      <vt:lpstr>Example</vt:lpstr>
      <vt:lpstr>Comparison</vt:lpstr>
      <vt:lpstr>Differences</vt:lpstr>
      <vt:lpstr>Error vs Exception</vt:lpstr>
      <vt:lpstr>Uses</vt:lpstr>
      <vt:lpstr>Best Practices</vt:lpstr>
      <vt:lpstr>Summary</vt:lpstr>
      <vt:lpstr>Interview Questions</vt:lpstr>
      <vt:lpstr>Answers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Handling in Java</dc:title>
  <dc:subject/>
  <dc:creator/>
  <cp:keywords/>
  <dc:description>generated using python-pptx</dc:description>
  <cp:lastModifiedBy>Admin</cp:lastModifiedBy>
  <cp:revision>6</cp:revision>
  <dcterms:created xsi:type="dcterms:W3CDTF">2013-01-27T09:14:16Z</dcterms:created>
  <dcterms:modified xsi:type="dcterms:W3CDTF">2026-07-29T17:44:03Z</dcterms:modified>
  <cp:category/>
</cp:coreProperties>
</file>